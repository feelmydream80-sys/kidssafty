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**프로젝트명**: KidsSafe AI (아이 지킴이)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521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**부제**: 공공데이터 기반 아동 안전 PWA + AI 확장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**출품분야**: AI 활용 아이디어 기획 (일반)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**제출일**: 2026년 5월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KidsSafe PWA (Progressive Web App)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KidsSafe PWA (Progressive Web App)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**위치 추적**: GPS 기반 실시간 아이 위치 모니터링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**위험 탐지**: 경고범위(15m) 미션발동 + 주의범위(100m) 알림표시 (범위 사용자 설정 가능)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**알림 시스템**: 진동(모바일) + 브라우저 알림 + 미션(흔들기/회전)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**보호자 UI**: 지도 기반 위치/위험물 표시 패널 (11종 레이어)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**PWA**: manifest.json + Service Worker (오프라인 지원)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**설정 커스터마이징**: 아이콘 20종 + 색상 16종 팔레트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6090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**데이터 업로드**: 웹 UI에서 CSV 업로드 → 자동 파이프라인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98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기술 스택 (현재)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**프론트엔드**: HTML5, CSS3, Vanilla JavaScript (ES6 Modules)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**지도**: Leaflet.js + OpenStreetMap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**데이터 파이프라인**: Python (CSV→JSON→분석), Flask 업로드 서버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**알림**: Vibration API, Notification API, DeviceMotion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966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**배포**: GitHub Pages + HTTPS (PWA 필수)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KidsSafe PWA (Progressive Web App)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**저장**: localStorage (설정), Service Worker (오프라인 캐싱)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데이터 파이프라인 처리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데이터명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파일명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제공기관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활용 방식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전국교통사고다발지역표준데이터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`https://www.data.go.kr/data/15029185/standard.do`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한국도로교통공단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GPS 100m 이내 탐지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전국횡단보도표준데이터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`https://www.data.go.kr/data/15028201/standard.do#layer_data_infomation`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서울특별시 동작구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횡단보도 접근 감지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학교별 위치정보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`https://www.data.go.kr/data/15092764/fileData.do`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교육부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학교 위치 표시 (실제 좌표)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서울특별시 동작구_어린이보호구역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`https://www.data.go.kr/data/15094585/fileData.do`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서울특별시 동작구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어린이보호구역 + CCTV 정보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전국교통사고다발지역표준데이터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`https://www.data.go.kr/data/15029185/standard.do`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한국도로교통공단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사고다발지역 + 폴리곤 정보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74319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데이터 파이프라인 처리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구현 내용 (`js/userLocation.js`)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구현 내용 (`js/userLocation.js`)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**GPS 추적**: `navigator.geolocation.watchPosition()` (3초 간격)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**위험 탐지**: `checkProximity()`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**설정 가능**: 경고/주의 반경 슬라이더로 자유롭게 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**시각화**: 사용자 마커(📍, 최상단 레이어) + 부채꼴 위험 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지도 레이어 11종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505456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레이어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방식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🟢S/M/H 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타입별 컬러 마커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🟡K 유치원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마커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🟠C 어린이집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마커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⚪A 학원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마커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🔴★ 특수학교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마커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🟣● 보호구역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원오버레이 + CCTV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구현 내용 (`js/userLocation.js`)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🔴⚠ 사고다발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마커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⚪· 횡단보도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점 마커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🟩A~🟥F 안전등급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마커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🔥 위험밀도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KDE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히트맵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📍 사용자위치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최상단 마커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미션 구현 (`js/missionSystem.js`)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미션 구현 (`js/missionSystem.js`)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**트리거**: 횡단보도/위험지역 경고범위(15m) 진입 시 자동 발동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**4단계 미션**: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1. 🟢 초록불 확인 → 📱 흔들기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2. 👀 좌우 확인 → 📱 흔들기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3. 🔄 회전하며 살피기 → 🔄 휴대폰 회전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4. ✅ 건너기 완료 → 📱 흔들기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6090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기기 대응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**iOS 13+**: `DeviceMotionEvent.requestPermission()` 권한 요청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**Android**: `accelerationIncludingGravity` fallback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**데스크톱**: Enter/Space 키 또는 "스킵" 버튼으로 테스트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진동 및 알림 (`js/alertSystem.js`)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142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`navigator.vibrate([200, 100, 200])` (모바일)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`new Notification("주의: 횡단보도 근처")` + 화면 배너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아이콘/색상 커스터마이징 (`js/settingsPanel.js`)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아이콘/색상 커스터마이징 (`js/settingsPanel.js`)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**10개 카테고리** 각각 아이콘 20종 + 색상 16종 선택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체크박스로 레이어 on/off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`localStorage` 저장, 페이지 새로고침 시 유지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설정 메뉴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677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데이터 업로드 (`server.py` + `js/dataUploader.js`)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8775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- 4개 파일 슬롯 (학교, 보호구역, 횡단보도, 사고지역)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549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CSV 선택 → 헤더 자동 검증 → 업로드 → 파이프라인 자동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서버 미연결 시 업로드 UI 비활성화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웹 지도 통합 (`index.html` + `combined.html`)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웹 지도 통합 (`index.html` + `combined.html`)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**11종 레이어** 지도 표시 (학교/유치원/어린이집/학원/특수학교/보호구역/사고다발/횡단보도/안전등급/히트맵/사용자)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보호구역: 61개소 CCTV 정보 포함 원오버레이 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히트맵: KDE 분석 기반 위험 밀도 시각화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범례: 레이어별 아이콘/색상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사이드바 (테이블)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54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학교 목록 (이름, 유형, 신호등 비율)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사고다발지역 목록 (지점명, 사고건수, 사상자수)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통합 데이터 (`data/locations.json`)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009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**1368개 통합 위치정보** (유효좌표 100%)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387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**학교/시설 113개** (동작구, 실제 좌표)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764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**사고다발지역 135개** (총 692건)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142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**어린이보호구역 61개** (CCTV 정보 포함)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**횡단보도 1057개** (신호등/차로 정보)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웹 지도 통합 (`index.html` + `combined.html`)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**데이터 파이프라인 자동화**: `run_pipeline.py` 10초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왜 Random Forest(랜덤 포레스트)를 선택했을까요?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왜 Random Forest(랜덤 포레스트)를 선택했을까요?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💡 랜덤 포레스트란?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수백 개의 **결정 트리(Decision Tree)**를 만들고, 각 트리의 예측을 투표로 모아 최종 결과를 내는 AI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282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비유: **100명의 전문가에게 각각 의견을 묻고, 다수결로 결정**하는 것과 같음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✅ 우리 시스템에 적합한 이유 (3가지)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1. **이해하기 쉬움**: "왜 이곳이 위험한가?"를 **특징 중요도**로 설명 가능 (예: 횡단보도 밀집 35% 기여)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973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2. **작은 데이터에 강함**: 사고 데이터가 135개로 확장되어 안정적인 학습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3. **다양한 데이터 처리**: 숫자(거리, 건수)와 범주(신호등 유무)를 동시에 잘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3522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Random Forest로 얻은 효과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255264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수치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**높은 정확도**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기존 사고지역 135곳 기반 학습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정확도 79~80% (외부 연구 수준)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**원인 분석**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어떤 요인이 위험을 높이는지 파악 → "횡단보도 밀집 30% 기여"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특징 중요도 제공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**새로운 위험지역 발견**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KDE 밀도 분석 기반 고위험 구역 발굴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13개 고위험 구역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왜 Random Forest(랜덤 포레스트)를 선택했을까요?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**빠른 응답**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새 데이터 입력 시 파이프라인 10초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실시간 적합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실제 구현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**모델**: RandomForestRegressor (n_estimators=100)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93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**학습 데이터**: 사고지역 135개 + 횡단보도 1057개 + 학교 115개 통합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671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**KDE 히트맵**: 13개 고위험(≥0.7), 76개 중위험(0.4~0.7), 56개 저위험(0.3~0.4)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048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**저장 및 시각화**: `data/analysis/risk_density_grid.json`, `combined.html` 히트맵 표시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3-Layer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3-Layer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데이터 갱신 (2가지 방법)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PWA 구성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PWA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**manifest.json**: 아이콘, 테마색, standalone 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**sw.js**: Service Worker - 오프라인 캐싱 + 업데이트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**icon.svg**: 안전심볼(S) 아이콘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GitHub Pages 배포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6771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HTTPS → GPS/Notification API 정상 작동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54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정적 호스팅 → 서버 불필요 (지도/알림/미션 전부 동작)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데이터 갱신은 `git push` → Pages 자동 재배포 (2~3분)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PWA vs file:/// 비교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300984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file:///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GitHub Pages (HTTPS)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ES6 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❌ CORS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✅ 정상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fetch(data)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❌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✅ 정상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GPS 위치추적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PWA 구성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Notification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Service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데이터 업데이트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server.py 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git push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개발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개발 일정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상태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**1단계**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2026.05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PWA + 데이터 파이프라인 + 11종 지도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✅ 완료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**2단계**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2026.07-08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AI 모델 고도화 (XGBoost)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진행중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**3단계**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2026.09-10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LSTM 이동패턴 학습 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예정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**4단계**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2026.11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실시간 모델 재학습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예정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**5단계**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2027.01~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전국 확대 + 모바일 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예정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6323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현재 구현 인프라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79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통합 데이터: `data/locations.json` (1368개)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21023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데이터 파이프라인: `run_pipeline.py` 10초 자동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58767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웹 배포: `https://feelmydream80-sys.github.io/kidssafty/`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96511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설정 저장: `localStorage` (아이콘/색상/반경)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데이터 통합 (2026.05 기준)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데이터 통합 (2026.05 기준)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**5종 공공데이터 통합 → 1368개 위치정보** (유효좌표 100%)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**데이터 파이프라인 자동화**: `run_pipeline.py` 10초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**어린이보호구역 61개 신규 적용**: CCTV 정보 포함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**학교/시설 113개 실제 좌표**: 기존 7/23개 추정좌표 → 113/113 실제좌표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**사고다발지역 135개**: 총 692건 사고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사용자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**지도 11종 레이어**: 아이콘+색상 커스터마이징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**미션 시스템**: shake/rotate, 4단계 안전교육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**PWA**: 오프라인 지원, GitHub Pages HTTPS 배포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**데이터 업로드 UI**: 웹에서 CSV 업로드 → 자동 파이프라인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AI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142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**학교 안전등급**: 113개 A~F (기존 7개)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**KDE 위험밀도**: 13개 고위험 구역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데이터 통합 (2026.05 기준)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**신호등 우선순위**: 722개소 설치 필요 식별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**사고 30% 감소** (AI 선제 방어 + 미션 교육)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721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**위험 감지 80% 단축** (5분 → 10초)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**공공데이터 활용 극대화** (5종 → 통합 분석)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✅ **데이터 갱신 자동화** (파이프라인 10초)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54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향후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54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**XGBoost 도입**: 예측 정확도 5% 향상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**실시간 업데이트**: 새로운 사고 데이터 발생 시 파이프라인 자동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809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**전국 확대**: ori_data/에 새 CSV 추가 + `run_pipeline.py`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**모바일 앱**: PWA 기반 네이티브 앱 연동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/>
            </a:pPr>
            <a:r>
              <a:t>"공공데이터 + AI로 완성하는 아이 안전 지킴이"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"공공데이터 + AI로 완성하는 아이 안전 지킴이"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/>
            </a:pPr>
            <a:r>
              <a:t>"우리 아이들의 안전, 지금은 PWA로, 내일은 AI로 - 오늘 바로 시작됩니다!"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/>
            </a:pPr>
            <a:r>
              <a:t>문의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프로젝트: `C:\dev\kidssafty\`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825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웹 데모: `https://feelmydream80-sys.github.io/kidssafty/`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통합 데이터: `data/locations.json` (1368개)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374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데이터 파이프라인: `python run_pipeline.py`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614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/>
            </a:pPr>
            <a:r>
              <a:t>- 서버 실행: `python server.py` (데이터 업데이트 시)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